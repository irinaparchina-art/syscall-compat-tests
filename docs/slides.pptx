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syscall-compat-tests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面向 rCore-OS 生态的 Linux syscall 兼容性测试套件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292608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6213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0175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测试用例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292608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6213E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30175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83464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测试模块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37760" y="292608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6213E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30175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11,655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93776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代码行数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40880" y="292608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6213E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0" y="30175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99.7%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04088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通过率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github.com/irinaparchina-art/syscall-compat-tests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项目背景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问题：rCore-OS 生态缺少系统性 syscall 兼容性测试工具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当前内核兼容了多少 Linux syscall？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哪些 syscall 的 errno 语义有偏差？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边界条件（非法参数）是否按 Linux 标准处理？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83464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0F346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92608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StarryOS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实现 Linux Syscall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支持更多 Linux 软件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20440" y="283464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92608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ArceOS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20440" y="347472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验证 syscall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兼容性覆盖范围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83464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0F3460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92608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AxVisor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09360" y="347472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硬件虚拟化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syscall 测试支持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syscall-compat-tests 提供可量化的兼容性测试基础设施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测试覆盖范围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48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I/O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920240" y="118872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7" name="Text 5"/>
          <p:cNvSpPr/>
          <p:nvPr/>
        </p:nvSpPr>
        <p:spPr>
          <a:xfrm>
            <a:off x="1920240" y="12344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920240" y="1828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383280" y="1828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18872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2344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46320" y="1828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118872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2344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0" y="118872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0" y="12344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772400" y="1828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51460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57200" y="3108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920240" y="246888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25" name="Text 23"/>
          <p:cNvSpPr/>
          <p:nvPr/>
        </p:nvSpPr>
        <p:spPr>
          <a:xfrm>
            <a:off x="1920240" y="251460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1920240" y="3108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383280" y="246888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28" name="Text 26"/>
          <p:cNvSpPr/>
          <p:nvPr/>
        </p:nvSpPr>
        <p:spPr>
          <a:xfrm>
            <a:off x="3383280" y="251460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3383280" y="3108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246888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251460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846320" y="3108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Epoll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309360" y="246888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251460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6309360" y="3108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72400" y="246888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0" y="251460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7772400" y="3108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FileOps Ext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383280" y="374904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16213E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379476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106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3383280" y="43891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Misc+Errno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合计：360 个测试用例  |  覆盖 120+ Linux syscall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核心设计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0" cy="2560320"/>
          </a:xfrm>
          <a:prstGeom prst="roundRect">
            <a:avLst>
              <a:gd name="adj" fmla="val 3571"/>
            </a:avLst>
          </a:prstGeom>
          <a:solidFill>
            <a:srgbClr val="1A1A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SyscallTest Trait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 name()        -&gt; &amp;str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 syscall()     -&gt; &amp;str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 category()    -&gt; Category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 description() -&gt; &amp;str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 run()         -&gt; TestResult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 syscall 测试实现此 trait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2560320"/>
          </a:xfrm>
          <a:prstGeom prst="roundRect">
            <a:avLst>
              <a:gd name="adj" fmla="val 3571"/>
            </a:avLst>
          </a:prstGeom>
          <a:solidFill>
            <a:srgbClr val="1A1A2E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188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TestStatus 枚举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37760" y="169164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Pass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66560" y="1691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完全符合 Linux 语义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07568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Fail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66560" y="207568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返回值/errno 不匹配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37760" y="2459736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Unimplemented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66560" y="2459736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 ENOSYS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37760" y="284378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 Error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66560" y="28437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测试本身执行出错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errno 语义精确验证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029200" cy="384048"/>
          </a:xfrm>
          <a:prstGeom prst="roundRect">
            <a:avLst>
              <a:gd name="adj" fmla="val 11905"/>
            </a:avLst>
          </a:prstGeom>
          <a:solidFill>
            <a:srgbClr val="16213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open()  打开不存在路径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114800" y="109728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ENOENT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0" y="109728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PASS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029200" cy="384048"/>
          </a:xfrm>
          <a:prstGeom prst="roundRect">
            <a:avLst>
              <a:gd name="adj" fmla="val 11905"/>
            </a:avLst>
          </a:prstGeom>
          <a:solidFill>
            <a:srgbClr val="16213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5544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lseek()  非法 whence 参数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155448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EINVAL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0" y="155448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PASS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5029200" cy="384048"/>
          </a:xfrm>
          <a:prstGeom prst="roundRect">
            <a:avLst>
              <a:gd name="adj" fmla="val 11905"/>
            </a:avLst>
          </a:prstGeom>
          <a:solidFill>
            <a:srgbClr val="16213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0116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write()  写只读 fd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0" y="201168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EBADF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0" y="201168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PASS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5029200" cy="384048"/>
          </a:xfrm>
          <a:prstGeom prst="roundRect">
            <a:avLst>
              <a:gd name="adj" fmla="val 11905"/>
            </a:avLst>
          </a:prstGeom>
          <a:solidFill>
            <a:srgbClr val="16213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4688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open()  O_WRONLY 打开目录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246888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EISDIR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669280" y="246888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PASS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5029200" cy="384048"/>
          </a:xfrm>
          <a:prstGeom prst="roundRect">
            <a:avLst>
              <a:gd name="adj" fmla="val 11905"/>
            </a:avLst>
          </a:prstGeom>
          <a:solidFill>
            <a:srgbClr val="16213E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9260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mmap()  零长度映射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0" y="292608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EINVAL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669280" y="292608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PASS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383280"/>
            <a:ext cx="5029200" cy="384048"/>
          </a:xfrm>
          <a:prstGeom prst="roundRect">
            <a:avLst>
              <a:gd name="adj" fmla="val 11905"/>
            </a:avLst>
          </a:prstGeom>
          <a:solidFill>
            <a:srgbClr val="16213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3832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dup3()  相同 fd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14800" y="338328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EINVAL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0" y="338328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PASS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840480"/>
            <a:ext cx="5029200" cy="384048"/>
          </a:xfrm>
          <a:prstGeom prst="roundRect">
            <a:avLst>
              <a:gd name="adj" fmla="val 11905"/>
            </a:avLst>
          </a:prstGeom>
          <a:solidFill>
            <a:srgbClr val="16213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8404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epoll_ctl()  重复添加 fd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114800" y="384048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EEXIST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669280" y="384048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PASS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297680"/>
            <a:ext cx="5029200" cy="384048"/>
          </a:xfrm>
          <a:prstGeom prst="roundRect">
            <a:avLst>
              <a:gd name="adj" fmla="val 11905"/>
            </a:avLst>
          </a:prstGeom>
          <a:solidFill>
            <a:srgbClr val="16213E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2976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sched_getaffinity() 无效PID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114800" y="429768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ESRCH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669280" y="429768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PASS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RISC-V 交叉编译 &amp; CI/CD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0" cy="3108960"/>
          </a:xfrm>
          <a:prstGeom prst="roundRect">
            <a:avLst>
              <a:gd name="adj" fmla="val 2941"/>
            </a:avLst>
          </a:prstGeom>
          <a:solidFill>
            <a:srgbClr val="1A1A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RISC-V 交叉编译步骤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749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rustup target add riscv64gc-...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apt install gcc-riscv64-linux-gnu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cargo build --release \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--target riscv64gc-...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④ 复制到 QEMU 镜像运行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⑤ ./sct-run --target starry \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--format all --output report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4114800" cy="3108960"/>
          </a:xfrm>
          <a:prstGeom prst="roundRect">
            <a:avLst>
              <a:gd name="adj" fmla="val 2941"/>
            </a:avLst>
          </a:prstGeom>
          <a:solidFill>
            <a:srgbClr val="1A1A2E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188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GitHub Actions CI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on Linux x86_64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2103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PASS  360 tests, 359 Pass / 1 Unimplemented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26517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Cross-compile riscv64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30175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PASS  成功编译到 RISC-V 目标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对 tgoskits 的贡献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#995  test(starryos): add syscall compatibility test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test-suit/starryos/normal/qemu-smp1/syscall/test-compat/c/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已通过 mai-team-app bot 审核（Approved）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3931920" cy="2377440"/>
          </a:xfrm>
          <a:prstGeom prst="roundRect">
            <a:avLst>
              <a:gd name="adj" fmla="val 3846"/>
            </a:avLst>
          </a:prstGeom>
          <a:solidFill>
            <a:srgbClr val="16213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286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File I/O（6个测试）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open ENOENT / EISDIR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openat + write + stat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unlink 删除文件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使用项目统一 test_framework.h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2194560"/>
            <a:ext cx="3931920" cy="2377440"/>
          </a:xfrm>
          <a:prstGeom prst="roundRect">
            <a:avLst>
              <a:gd name="adj" fmla="val 3846"/>
            </a:avLst>
          </a:prstGeom>
          <a:solidFill>
            <a:srgbClr val="16213E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2286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Process（4个测试）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getpid / getppid &gt; 0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pid==ppid 软断言（INFO日志）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getuid / getgid ≥ 0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CMakeLists.txt 编译配置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总结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16213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25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完整测试套件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360个用例，35个模块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覆盖120+ Linux syscall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16213E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325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🔧  工程质量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8288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11655行Rust代码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CI全绿 Linux+RISC-V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16213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🚀  rCore-OS贡献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tgoskits PR #995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 审核已通过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16213E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📊  可量化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37760" y="35661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精确errno验证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生成MD/JSON报告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github.com/irinaparchina-art/syscall-compat-tests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syscall-compat-tests 项目展示</dc:title>
  <dc:subject>PptxGenJS Presentation</dc:subject>
  <dc:creator>syscall-compat-tests</dc:creator>
  <cp:lastModifiedBy>syscall-compat-tests</cp:lastModifiedBy>
  <cp:revision>1</cp:revision>
  <dcterms:created xsi:type="dcterms:W3CDTF">2026-05-28T16:12:09Z</dcterms:created>
  <dcterms:modified xsi:type="dcterms:W3CDTF">2026-05-28T16:12:09Z</dcterms:modified>
</cp:coreProperties>
</file>