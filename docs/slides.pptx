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syscall-compat-tests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rCore-OS 生态的 Linux syscall 兼容性测试套件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8288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2926080"/>
            <a:ext cx="18288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517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测试模块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926080"/>
            <a:ext cx="18288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10,520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代码行数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926080"/>
            <a:ext cx="18288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5800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通过率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github.com/irinaparchina-art/syscall-compat-tests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61204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28016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问题：rCore-OS 生态缺少系统性 syscall 兼容性测试工具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当前内核兼容了多少 Linux syscall？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哪些 syscall 的 errno 语义有偏差？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边界条件（非法参数）是否按 Linux 标准处理？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560320"/>
            <a:ext cx="2651760" cy="1463040"/>
          </a:xfrm>
          <a:prstGeom prst="rect">
            <a:avLst/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StarryOS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3063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 Linux Syscall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支持更多 Linux 软件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2560320"/>
            <a:ext cx="2651760" cy="1463040"/>
          </a:xfrm>
          <a:prstGeom prst="rect">
            <a:avLst/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ArceOS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3063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 syscall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兼容性覆盖范围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560320"/>
            <a:ext cx="2651760" cy="1463040"/>
          </a:xfrm>
          <a:prstGeom prst="rect">
            <a:avLst/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AxVisor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3063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硬件虚拟化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 测试支持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2976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syscall-compat-tests 提供可量化的兼容性测试基础设施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测试覆盖范围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645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56816" y="1005840"/>
            <a:ext cx="1645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56816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56816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30752" y="1005840"/>
            <a:ext cx="1645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730752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04688" y="1005840"/>
            <a:ext cx="1645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4688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504688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78624" y="1005840"/>
            <a:ext cx="1645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1097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78624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468880"/>
            <a:ext cx="1645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8288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56816" y="2468880"/>
            <a:ext cx="1645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56816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956816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30752" y="2468880"/>
            <a:ext cx="1645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0752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730752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04688" y="2468880"/>
            <a:ext cx="1645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04688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504688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78624" y="2468880"/>
            <a:ext cx="1645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8624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278624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Misc+Errno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合计：332 个测试用例  |  覆盖 100+ Linux syscall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20040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SyscallTest Trait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name()        -&gt; &amp;str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syscall()     -&gt; &amp;str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category()    -&gt; Category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description() -&gt; &amp;str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run()         -&gt; TestResult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syscall 测试实现此 trait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06240" cy="320040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TestStatus 枚举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完全符合 Linux 语义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返回值/errno 不匹配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Unimplemented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 ENOSYS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Error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测试本身执行出错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errno 语义精确验证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 打开不存在路径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ENOENT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206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lseek()  非法 whence 参数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EINVAL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1417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4206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  写只读 fd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EBADF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377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4206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 O_WRONLY 打开目录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EISDIR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2377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206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mmap()  零长度映射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EINVAL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337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206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pipe2()  非法 flags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EINVAL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337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886200"/>
            <a:ext cx="4206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symlink  循环符号链接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ELOOP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4297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4206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 路径超过 PATH_MAX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ENAMETOOLONG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0" y="4297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交叉编译 &amp; CI/CD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29184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交叉编译步骤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rustup target add riscv64gc-...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apt install gcc-riscv64-linux-gnu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cargo build --release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--target riscv64gc-...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复制到 QEMU 镜像运行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./sct-run --target starry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--format all --output report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206240" cy="329184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Linux x86_64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  332 tests, 331 Pass / 1 Unimplemented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926080"/>
            <a:ext cx="384048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Cross-compile riscv64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  成功编译到 RISC-V 目标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 tgoskits 的贡献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#995  test(starryos): add syscall compatibility test for basic syscall semantics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rcore-os/tgoskits  →  test-suit/starryos/syscall/syscall_compat_test.c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274320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I/O（8个测试）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ENOENT/EISDIR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EBADF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 size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lseek EINVAL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close EBADF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unlink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286000"/>
            <a:ext cx="274320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Process（5个测试）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74320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getpid &gt;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getppid &gt;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pid ≠ ppid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getuid ≥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getgid ≥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74320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Memory（4个测试）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mmap anon 成功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零初始化验证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munmap 成功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零长度 EINVAL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完整测试套件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332个用例，32个模块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覆盖100+ Linux syscall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工程质量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10520行Rust代码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CI全绿 Linux+RISC-V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40233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rCore-OS贡献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tgoskits PR #995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StarryOS兼容性测试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788920"/>
            <a:ext cx="40233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可量化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精确errno验证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生成MD/JSON报告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github.com/irinaparchina-art/syscall-compat-tests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5061204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syscall-compat-tests 技术演示</dc:title>
  <dc:subject>PptxGenJS Presentation</dc:subject>
  <dc:creator>PptxGenJS</dc:creator>
  <cp:lastModifiedBy>PptxGenJS</cp:lastModifiedBy>
  <cp:revision>1</cp:revision>
  <dcterms:created xsi:type="dcterms:W3CDTF">2026-05-27T14:32:33Z</dcterms:created>
  <dcterms:modified xsi:type="dcterms:W3CDTF">2026-05-27T14:32:33Z</dcterms:modified>
</cp:coreProperties>
</file>